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</a:defRPr>
            </a:pPr>
            <a:r>
              <a:t>ImpactIQ</a:t>
            </a:r>
          </a:p>
          <a:p>
            <a:pPr algn="ctr">
              <a:spcBef>
                <a:spcPts val="1200"/>
              </a:spcBef>
              <a:defRPr sz="2400" b="1">
                <a:solidFill>
                  <a:srgbClr val="FFFFFF"/>
                </a:solidFill>
              </a:defRPr>
            </a:pPr>
            <a:r>
              <a:t>AI-Powered Code Impact Analysis &amp; Pre-Review Platform</a:t>
            </a:r>
          </a:p>
          <a:p>
            <a:pPr algn="ctr">
              <a:spcBef>
                <a:spcPts val="1600"/>
              </a:spcBef>
              <a:defRPr sz="1500">
                <a:solidFill>
                  <a:srgbClr val="94A3B8"/>
                </a:solidFill>
              </a:defRPr>
            </a:pPr>
            <a:r>
              <a:t>Predictive blast radius estimation, AST dependency intelligence, and Senior AI code review.</a:t>
            </a:r>
          </a:p>
          <a:p>
            <a:pPr algn="ctr">
              <a:spcBef>
                <a:spcPts val="3600"/>
              </a:spcBef>
              <a:defRPr sz="1300">
                <a:solidFill>
                  <a:srgbClr val="06B6D4"/>
                </a:solidFill>
              </a:defRPr>
            </a:pPr>
            <a:r>
              <a:t>Problem Statement  |  Solution  |  Tech Stack  | 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Problem Statement</a:t>
            </a:r>
          </a:p>
          <a:p>
            <a:pPr>
              <a:spcBef>
                <a:spcPts val="400"/>
              </a:spcBef>
              <a:defRPr sz="1400">
                <a:solidFill>
                  <a:srgbClr val="06B6D4"/>
                </a:solidFill>
              </a:defRPr>
            </a:pPr>
            <a:r>
              <a:t>The Hidden Costs of Unplanned Code Changes in Complex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Predictive Blindspots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Developers struggle to identify downstream blast radius before writing code.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BRDs &amp; Jira requirements lack clear links to specific codebase modules.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Hidden coupling across controllers, services, and schemas triggers unexpected outages.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Manual Review Bottlenecks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Senior engineering time is heavily consumed by repetitive PR reviews.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Subtle edge cases, race conditions, and security regressions slip through human fatigue.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Review cycles delay sprint velocity by days per feature.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Test Gap Vulnerabilities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Changes are frequently deployed without adequate targeted unit/integration tests.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No automated correlation between affected code paths and required test coverage.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High cost of post-production bug fixes and hotfixes.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Solution Overview</a:t>
            </a:r>
          </a:p>
          <a:p>
            <a:pPr>
              <a:spcBef>
                <a:spcPts val="400"/>
              </a:spcBef>
              <a:defRPr sz="1400">
                <a:solidFill>
                  <a:srgbClr val="06B6D4"/>
                </a:solidFill>
              </a:defRPr>
            </a:pPr>
            <a:r>
              <a:t>ImpactIQ: Autonomous Pre-Review &amp; Blast Radius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Predictive Impact Mapping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Translates business requirements (BRD/Jira) into exact candidate source files.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Traces caller hierarchies and downstream dependencies before coding begins.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AST &amp; Dependency Graph Visuals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Parses codebase syntax trees into an interactive visual node network.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Reveals relationships between Controllers, Services, Models, and Test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Senior Staff AI Pre-Review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Inspects Git diffs against production security, performance, and logic standards.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Scores severity (High/Med/Low) with actionable code remediation snippets.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Automated PR &amp; Test Synthesis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Drafts comprehensive GitHub Pull Requests with change summaries.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Generates targeted unit test suites targeting modified and dependent functions.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Technology Stack</a:t>
            </a:r>
          </a:p>
          <a:p>
            <a:pPr>
              <a:spcBef>
                <a:spcPts val="400"/>
              </a:spcBef>
              <a:defRPr sz="1400">
                <a:solidFill>
                  <a:srgbClr val="06B6D4"/>
                </a:solidFill>
              </a:defRPr>
            </a:pPr>
            <a:r>
              <a:t>Full-Stack AI Architecture for Scalable Code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Frontend Layer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React 18 + Vite for high-performance SPA.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TailwindCSS &amp; Modern Glassmorphism UI.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Interactive Graph Visualizations for AST nodes.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Lucide Icons &amp; Real-time State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Backend &amp; Multi-Agent Layer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Node.js / Express API Gateway &amp; Webhooks.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FastAPI (Python) Multi-Agent Engine.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Abstract BaseAgent framework with Tenacity resilience.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AST (Abstract Syntax Tree) Parser for Python/JS.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AI &amp; Data Layer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Google Gemini GenAI &amp; OpenAI / Anthropic models.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ChromaDB local vector database for zero-leakage code search.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SentenceTransformers (all-MiniLM-L6-v2) embedding model.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Git CLI / Diff Parser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Methodology &amp; Execution Pipeline</a:t>
            </a:r>
          </a:p>
          <a:p>
            <a:pPr>
              <a:spcBef>
                <a:spcPts val="400"/>
              </a:spcBef>
              <a:defRPr sz="1400">
                <a:solidFill>
                  <a:srgbClr val="06B6D4"/>
                </a:solidFill>
              </a:defRPr>
            </a:pPr>
            <a:r>
              <a:t>End-to-End Lifecycle from Requirements to Verified PR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Step 1: Ingestion &amp; Indexing: </a:t>
            </a:r>
            <a:r>
              <a:rPr sz="1300" b="0">
                <a:solidFill>
                  <a:srgbClr val="FFFFFF"/>
                </a:solidFill>
              </a:rPr>
              <a:t>Repository scanning, AST parsing of symbols/functions, and local vector embedding indexing.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Step 2: Semantic Matching: </a:t>
            </a:r>
            <a:r>
              <a:rPr sz="1300" b="0">
                <a:solidFill>
                  <a:srgbClr val="FFFFFF"/>
                </a:solidFill>
              </a:rPr>
              <a:t>BRD/Jira requirement text matched against vector store and AST symbol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Step 3: Impact &amp; Blast Radius: </a:t>
            </a:r>
            <a:r>
              <a:rPr sz="1300" b="0">
                <a:solidFill>
                  <a:srgbClr val="FFFFFF"/>
                </a:solidFill>
              </a:rPr>
              <a:t>Downstream caller graph traversal, risk scoring, and affected test suite identification.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Step 4: AI Pre-Review &amp; Test Gap: </a:t>
            </a:r>
            <a:r>
              <a:rPr sz="1300" b="0">
                <a:solidFill>
                  <a:srgbClr val="FFFFFF"/>
                </a:solidFill>
              </a:rPr>
              <a:t>Committed Git diff inspection for regressions, security flaws, and missing test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Step 5: Automated PR Generation: </a:t>
            </a:r>
            <a:r>
              <a:rPr sz="1300" b="0">
                <a:solidFill>
                  <a:srgbClr val="FFFFFF"/>
                </a:solidFill>
              </a:rPr>
              <a:t>Automated drafting of pull request title, executive summary, test plan, and test scripts.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Key Benefits &amp; Enterprise Impact</a:t>
            </a:r>
          </a:p>
          <a:p>
            <a:pPr>
              <a:spcBef>
                <a:spcPts val="400"/>
              </a:spcBef>
              <a:defRPr sz="1400">
                <a:solidFill>
                  <a:srgbClr val="06B6D4"/>
                </a:solidFill>
              </a:defRPr>
            </a:pPr>
            <a:r>
              <a:t>Measurable ROI for Engineering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70% Faster Reviews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Automated pre-review catches syntax, logic, and style flaws before human review.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Senior engineers focus strictly on high-level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Zero Blast Radius Surprises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Predictive AST dependency mapping reveals breaking changes before deployment.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Proactively catches breaking API contract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Robust Test Coverage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Test gap analyzer guarantees changed code paths have corresponding unit tests.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 Significantly decreases production defect rates and regression bugs.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